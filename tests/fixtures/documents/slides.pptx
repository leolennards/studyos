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seatbelt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Newton's laws of motion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object stays at rest unless a force acts on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Force equals mass times acceleration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